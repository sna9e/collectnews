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apple.com/newsroom/apple-ai" TargetMode="External"/><Relationship Id="rId3" Type="http://schemas.openxmlformats.org/officeDocument/2006/relationships/hyperlink" Target="https://example.com/apple-supply-chain" TargetMode="External"/><Relationship Id="rId4" Type="http://schemas.openxmlformats.org/officeDocument/2006/relationships/hyperlink" Target="https://example.com/apple-mac-chi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pple-vision-pr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2026-06-09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发布端侧AI计划，重点面向iPhone和Mac提供本地模型能力。该计划覆盖系统体验、开发者接口和设备端推理场景。报道提到芯片算力、隐私处理和应用适配会成为落地重点。该动作将影响后续系统升级节奏，也会提高终端硬件对AI能力的配置要求。供应链和开发者需要据此调整测试与适配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  <a:p>
            <a:pPr>
              <a:spcAft>
                <a:spcPts val="800"/>
              </a:spcAft>
              <a:defRPr sz="1000">
                <a:solidFill>
                  <a:srgbClr val="7C2D12"/>
                </a:solidFill>
              </a:defRPr>
            </a:pPr>
            <a:r>
              <a:t>  ↳ 详见后文：《苹果端侧AI计划推动设备体验升级》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供应链消息称苹果调整新一代iPhone备货节奏，涉及摄像头、显示模组和主板环节。公开材料指向部分零部件订单节奏变化，但未披露具体数量。该变化会影响上游厂商排产、库存和交付安排。对苹果而言，备货调整有助于匹配新品发布前后的需求预期，并减少发布初期供需错配风险。供应链企业需要根据后续订单确认生产窗口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3"/>
              </a:rPr>
              <a:t>点击查看原文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更新Mac芯片路线，公开信息显示新平台聚焦能效、图形性能和AI推理能力。材料提到高端笔记本和桌面设备会优先受益。该路线会改变开发者对本地推理、图形渲染和电池续航的优化重点，并影响专业软件生态的性能验证计划。对硬件业务而言，新芯片有助于强化Mac产品差异化。后续节点取决于具体机型发布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4"/>
              </a:rPr>
              <a:t>点击查看原文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苹果在6月调整Vision Pro渠道安排，相关动作涉及线下展示、零售培训和重点市场覆盖。报道没有披露具体门店数量，但指向体验式销售资源重新分配。渠道调整会影响消费者试用路径，也会改变开发者和内容合作方观察设备需求的节奏。后续销售表现将影响苹果对空间计算硬件的资源投入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