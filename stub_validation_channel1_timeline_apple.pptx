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256" r:id="rId2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2" y="10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handoutMaster" Target="handoutMasters/handout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869D5D31-B2BA-66CF-EF67-FAB208AAA77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2302CAF-E1F9-0AD3-036C-C42F3B815B3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53ECE8-31BF-4915-8E5C-07975FCFAF5E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9BBDB00-A0A5-5916-C380-F6826FA34E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AF532EB-2869-0D4A-2D84-5D0D28BA87B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9ED769-3CE0-4860-AE1D-DD71879645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93606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C59DA3-3CB6-C915-5A2A-53ACE53B1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C34209-CB96-DB80-6938-8C327669C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99D738-757C-A544-6B7B-31608731F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5510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C58850-111C-56C1-0A73-FB715D744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44A165-29CF-75F7-828F-D15D4E96B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E53AA5-A9A6-A422-87A5-632664F77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793EF1E-6C40-C9D3-2A28-10038B91D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0405B-6108-69FA-0F62-42103253D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5701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7EC4F-8242-9E77-5A68-21A45832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6E9116-155E-4EF7-300C-E700D4785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F1137A-C3FB-1A35-4586-D44502A52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95DCD3-29AE-74E3-2209-7243385BD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9B3D7A-A0B5-B026-A8DF-63485533E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669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83F814-62C1-A938-1D3B-FD43346FE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2394485-7396-2267-3D23-2C7B0726B0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8B2CE2-D2ED-5489-52CE-7C5D2C4AB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6F7614-ED18-A984-8F74-F61B85E87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6EE2EC8-8381-917E-0B81-E56DE35B0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180C58-B833-AFE2-FA57-8171A6E03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5365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BD5C88-12D4-6F2F-A522-4059345D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8731ED-5051-6D22-F9F5-02EDAAB33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94AA3CB-4ACC-C2C7-0251-7EC22EC547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B128995-4E94-6F30-A68B-0F5318BE1B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CCCF86A-A9B7-AEB4-6013-8EBB37B39C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04C97D0-43D6-8A44-D6AE-7FCD41125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50F5E0F-5AA5-E909-68B4-26C01E2A9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188B353-E6B9-226F-6F4A-E5466977A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285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178782-7921-718D-AAE5-20B3BAE07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C3ECA6A-8958-92B0-59EF-C5744E0F4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E5B39E7-6771-8463-65C1-FB178BCA6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4C80848-3417-A942-0780-44C9878CE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798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656959F-DA71-B5DE-428C-0C302BEE4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4B9A501-05C3-3D05-BFD4-2F7ADB5D5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3BF65F-D1BA-A029-F2C1-1E8559FCB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9299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0F9F7-6D9C-067B-BAAD-674421796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1E05BE-7989-9CD0-188C-D60556CDE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7AE5C57-2DFA-FE75-4952-C8D8F424DF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B35BBEE-799A-1A8F-55C3-584DBD0E6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C9AFF4-CEEB-6088-A493-6478DA015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56EC7-5B25-25EF-096A-E69BB3ED7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6522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3B54F1-14D8-42A8-0C15-8225F7715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4EDAFB-8AD9-684C-491F-563CE43FFE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C87AE0-B5A0-6F9C-405D-7CAC5FA5F5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E894161-DEE7-34D5-0E0D-FDDB41E33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CA64ED-2730-3769-0E55-D796FD864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CDFCEE3-3F98-1E82-04A7-E6ED5C3FE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70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436BD-C4E6-70A3-CAAA-BE30E3AD6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020D55F-1503-55AA-018F-CEF5C3EAF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938A59-8874-6CD5-49F1-AE0FD10E8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C417C4-8DEC-A704-929A-CD932D02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87421F-E17B-C715-FFB0-AB4EEA04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662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239632-D6A7-8B44-DA61-95E84214C6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A9A047-6556-9BFB-EB8E-4D913DD8DE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8EDF4C-4E9B-8A09-FA83-007919B19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D8F14B-4B1B-3EB2-0299-1BC196A31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D26DC6-9ADB-A15F-1B8E-CFDE34504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77421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4F4D01-E7B6-3B4B-99ED-CEA99BA125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3CDC792-249F-21A0-2767-983665A218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28175F-F98D-4D5C-9A01-E3B9A0DEF6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8344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apple.com/newsroom/apple-ai" TargetMode="External"/><Relationship Id="rId3" Type="http://schemas.openxmlformats.org/officeDocument/2006/relationships/hyperlink" Target="https://example.com/apple-supply-chain" TargetMode="External"/><Relationship Id="rId4" Type="http://schemas.openxmlformats.org/officeDocument/2006/relationships/hyperlink" Target="https://example.com/apple-mac-chi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xample.com/apple-vision-pro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7324D47-8109-B621-0DA4-F76E6299615A}"/>
              </a:ext>
            </a:extLst>
          </p:cNvPr>
          <p:cNvSpPr/>
          <p:nvPr/>
        </p:nvSpPr>
        <p:spPr>
          <a:xfrm>
            <a:off x="0" y="0"/>
            <a:ext cx="12192000" cy="2493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0637592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《FPC-RD 科技资讯》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生成日期: 2026-08-17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⏱️ Apple - 核心时间线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C06600"/>
                </a:solidFill>
              </a:defRPr>
            </a:pPr>
            <a:r>
              <a:t>★ [06月01日] Apple发布端侧AI计划 (Apple Newsroom)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苹果在6月发布端侧AI计划，重点面向iPhone和Mac提供本地模型能力。该计划覆盖系统体验、开发者接口和设备端推理场景。报道提到芯片算力、隐私处理和应用适配会成为落地重点。该动作将影响后续系统升级节奏，也会提高终端硬件对AI能力的配置要求。供应链和开发者需要据此调整测试与适配安排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2"/>
              </a:rPr>
              <a:t>点击查看原文</a:t>
            </a:r>
          </a:p>
          <a:p>
            <a:pPr>
              <a:spcAft>
                <a:spcPts val="800"/>
              </a:spcAft>
              <a:defRPr sz="1000">
                <a:solidFill>
                  <a:srgbClr val="7C2D12"/>
                </a:solidFill>
              </a:defRPr>
            </a:pPr>
            <a:r>
              <a:t>  ↳ 详见后文：《苹果端侧AI计划推动设备体验升级》</a:t>
            </a:r>
          </a:p>
          <a:p>
            <a:pPr>
              <a:spcAft>
                <a:spcPts val="200"/>
              </a:spcAft>
              <a:defRPr sz="1400"/>
            </a:pPr>
            <a:r>
              <a:t>[06月01日] iPhone供应链备货调整 (供应链日报)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供应链消息称苹果调整新一代iPhone备货节奏，涉及摄像头、显示模组和主板环节。公开材料指向部分零部件订单节奏变化，但未披露具体数量。该变化会影响上游厂商排产、库存和交付安排。对苹果而言，备货调整有助于匹配新品发布前后的需求预期，并减少发布初期供需错配风险。供应链企业需要根据后续订单确认生产窗口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3"/>
              </a:rPr>
              <a:t>点击查看原文</a:t>
            </a:r>
          </a:p>
          <a:p>
            <a:pPr>
              <a:spcAft>
                <a:spcPts val="200"/>
              </a:spcAft>
              <a:defRPr sz="1400" b="1">
                <a:solidFill>
                  <a:srgbClr val="0F766E"/>
                </a:solidFill>
              </a:defRPr>
            </a:pPr>
            <a:r>
              <a:t>◆ [06月02日] Mac芯片路线更新 (Developer News)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苹果更新Mac芯片路线，公开信息显示新平台聚焦能效、图形性能和AI推理能力。材料提到高端笔记本和桌面设备会优先受益。该路线会改变开发者对本地推理、图形渲染和电池续航的优化重点，并影响专业软件生态的性能验证计划。对硬件业务而言，新芯片有助于强化Mac产品差异化。后续节点取决于具体机型发布安排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4"/>
              </a:rPr>
              <a:t>点击查看原文</a:t>
            </a:r>
          </a:p>
          <a:p>
            <a:pPr>
              <a:spcAft>
                <a:spcPts val="500"/>
              </a:spcAft>
              <a:defRPr sz="1000">
                <a:solidFill>
                  <a:srgbClr val="0F766E"/>
                </a:solidFill>
              </a:defRPr>
            </a:pPr>
            <a:r>
              <a:t>  ↳ 历史追踪: 首次记录 05月20日 / 累计 2 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⏱️ Apple - 核心时间线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/>
            </a:pPr>
            <a:r>
              <a:t>[06月02日] Vision Pro渠道调整 (Retail Watch)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苹果在6月调整Vision Pro渠道安排，相关动作涉及线下展示、零售培训和重点市场覆盖。报道没有披露具体门店数量，但指向体验式销售资源重新分配。渠道调整会影响消费者试用路径，也会改变开发者和内容合作方观察设备需求的节奏。后续销售表现将影响苹果对空间计算硬件的资源投入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2"/>
              </a:rPr>
              <a:t>点击查看原文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苹果端侧AI计划推动设备体验升级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808080"/>
                </a:solidFill>
              </a:defRPr>
            </a:pPr>
            <a:r>
              <a:t>专题: Apple  |  来源: Apple Newsroom  |  时间: 06月01日  |  热度: ⭐⭐⭐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【事件核心】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【深度细节/数据支撑】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【行业深远影响】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等线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wz zhao</dc:creator>
  <cp:lastModifiedBy>wz zhao</cp:lastModifiedBy>
  <cp:revision>5</cp:revision>
  <dcterms:created xsi:type="dcterms:W3CDTF">2026-03-12T07:24:02Z</dcterms:created>
  <dcterms:modified xsi:type="dcterms:W3CDTF">2026-04-15T02:27:39Z</dcterms:modified>
</cp:coreProperties>
</file>