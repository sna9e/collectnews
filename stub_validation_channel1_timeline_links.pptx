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69D5D31-B2BA-66CF-EF67-FAB208AAA7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302CAF-E1F9-0AD3-036C-C42F3B815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3ECE8-31BF-4915-8E5C-07975FCFAF5E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BDB00-A0A5-5916-C380-F6826FA34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532EB-2869-0D4A-2D84-5D0D28BA8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ED769-3CE0-4860-AE1D-DD7187964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36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59DA3-3CB6-C915-5A2A-53ACE53B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34209-CB96-DB80-6938-8C327669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9D738-757C-A544-6B7B-31608731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51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8850-111C-56C1-0A73-FB715D74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4A165-29CF-75F7-828F-D15D4E96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53AA5-A9A6-A422-87A5-632664F7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3EF1E-6C40-C9D3-2A28-10038B91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0405B-6108-69FA-0F62-42103253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0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7EC4F-8242-9E77-5A68-21A45832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6E9116-155E-4EF7-300C-E700D4785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1137A-C3FB-1A35-4586-D44502A5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5DCD3-29AE-74E3-2209-7243385B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B3D7A-A0B5-B026-A8DF-63485533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3F814-62C1-A938-1D3B-FD43346F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94485-7396-2267-3D23-2C7B0726B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8B2CE2-D2ED-5489-52CE-7C5D2C4A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6F7614-ED18-A984-8F74-F61B85E8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E2EC8-8381-917E-0B81-E56DE35B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80C58-B833-AFE2-FA57-8171A6E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6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D5C88-12D4-6F2F-A522-4059345D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731ED-5051-6D22-F9F5-02EDAAB3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AA3CB-4ACC-C2C7-0251-7EC22EC54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128995-4E94-6F30-A68B-0F5318BE1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CCF86A-A9B7-AEB4-6013-8EBB37B39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97D0-43D6-8A44-D6AE-7FCD411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0F5E0F-5AA5-E909-68B4-26C01E2A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88B353-E6B9-226F-6F4A-E5466977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78782-7921-718D-AAE5-20B3BAE0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ECA6A-8958-92B0-59EF-C5744E0F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B39E7-6771-8463-65C1-FB178BCA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C80848-3417-A942-0780-44C9878C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98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56959F-DA71-B5DE-428C-0C302BEE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B9A501-05C3-3D05-BFD4-2F7ADB5D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BF65F-D1BA-A029-F2C1-1E8559F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9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F9F7-6D9C-067B-BAAD-6744217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E05BE-7989-9CD0-188C-D60556CDE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AE5C57-2DFA-FE75-4952-C8D8F424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5BBEE-799A-1A8F-55C3-584DBD0E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9AFF4-CEEB-6088-A493-6478DA01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56EC7-5B25-25EF-096A-E69BB3ED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B54F1-14D8-42A8-0C15-8225F771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EDAFB-8AD9-684C-491F-563CE43FF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87AE0-B5A0-6F9C-405D-7CAC5FA5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894161-DEE7-34D5-0E0D-FDDB41E3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CA64ED-2730-3769-0E55-D796FD86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DFCEE3-3F98-1E82-04A7-E6ED5C3F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436BD-C4E6-70A3-CAAA-BE30E3AD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0D55F-1503-55AA-018F-CEF5C3EAF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38A59-8874-6CD5-49F1-AE0FD10E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17C4-8DEC-A704-929A-CD932D02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7421F-E17B-C715-FFB0-AB4EEA0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39632-D6A7-8B44-DA61-95E84214C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A9A047-6556-9BFB-EB8E-4D913DD8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EDF4C-4E9B-8A09-FA83-007919B1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8F14B-4B1B-3EB2-0299-1BC196A3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26DC6-9ADB-A15F-1B8E-CFDE3450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42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F4D01-E7B6-3B4B-99ED-CEA99BA12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DC792-249F-21A0-2767-983665A21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8175F-F98D-4D5C-9A01-E3B9A0DE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3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apple.com/newsroom/apple-ai" TargetMode="External"/><Relationship Id="rId3" Type="http://schemas.openxmlformats.org/officeDocument/2006/relationships/hyperlink" Target="https://example.com/apple-supply-chain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apple-vision-pro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324D47-8109-B621-0DA4-F76E6299615A}"/>
              </a:ext>
            </a:extLst>
          </p:cNvPr>
          <p:cNvSpPr/>
          <p:nvPr/>
        </p:nvSpPr>
        <p:spPr>
          <a:xfrm>
            <a:off x="0" y="0"/>
            <a:ext cx="12192000" cy="2493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3759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《FPC-RD 科技资讯》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生成日期: 2026-06-05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⏱️ Apple - 核心时间线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C06600"/>
                </a:solidFill>
              </a:defRPr>
            </a:pPr>
            <a:r>
              <a:t>★ [06月01日] Apple发布端侧AI计划 (Apple Newsroom)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苹果发布端侧AI计划，重点面向iPhone和Mac提供本地模型能力。公开材料显示，该计划覆盖系统体验、开发者接口和设备端推理场景。报道提到芯片算力、隐私处理和应用适配会成为落地重点。该动作将影响后续系统升级节奏，也会提高终端硬件对AI能力的配置要求。供应链和开发者需要据此调整测试与适配安排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70C0"/>
                </a:solidFill>
              </a:rPr>
              <a:t>🔗 原新闻：</a:t>
            </a:r>
            <a:r>
              <a:rPr sz="900">
                <a:solidFill>
                  <a:srgbClr val="0070C0"/>
                </a:solidFill>
                <a:hlinkClick r:id="rId2"/>
              </a:rPr>
              <a:t>点击查看原文</a:t>
            </a:r>
          </a:p>
          <a:p>
            <a:pPr>
              <a:spcAft>
                <a:spcPts val="800"/>
              </a:spcAft>
              <a:defRPr sz="1000">
                <a:solidFill>
                  <a:srgbClr val="7C2D12"/>
                </a:solidFill>
              </a:defRPr>
            </a:pPr>
            <a:r>
              <a:t>  ↳ 详见后文：《苹果端侧AI计划推动设备体验升级》</a:t>
            </a:r>
          </a:p>
          <a:p>
            <a:pPr>
              <a:spcAft>
                <a:spcPts val="200"/>
              </a:spcAft>
              <a:defRPr sz="1400"/>
            </a:pPr>
            <a:r>
              <a:t>[06月02日] iPhone供应链备货调整 (供应链日报)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供应链消息称苹果调整新一代iPhone备货节奏，涉及摄像头、显示模组和主板环节。公开材料指向部分零部件订单节奏变化，但未披露具体数量。该变化会影响上游厂商排产、库存和交付安排。对苹果而言，备货调整有助于匹配新品发布前后的需求预期，并减少发布初期供需错配风险。供应链企业需要根据后续订单确认生产窗口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70C0"/>
                </a:solidFill>
              </a:rPr>
              <a:t>🔗 原新闻：</a:t>
            </a:r>
            <a:r>
              <a:rPr sz="900">
                <a:solidFill>
                  <a:srgbClr val="0070C0"/>
                </a:solidFill>
                <a:hlinkClick r:id="rId3"/>
              </a:rPr>
              <a:t>点击查看原文</a:t>
            </a:r>
          </a:p>
          <a:p>
            <a:pPr>
              <a:spcAft>
                <a:spcPts val="200"/>
              </a:spcAft>
              <a:defRPr sz="1400" b="1">
                <a:solidFill>
                  <a:srgbClr val="0F766E"/>
                </a:solidFill>
              </a:defRPr>
            </a:pPr>
            <a:r>
              <a:t>◆ [06月03日] Mac芯片路线更新 (Developer News)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苹果更新Mac芯片路线，公开信息显示新平台聚焦能效、图形性能和AI推理能力。材料提到高端笔记本和桌面设备会优先受益。该路线会改变开发者对本地推理、图形渲染和电池续航的优化重点，并影响专业软件生态的性能验证计划。对硬件业务而言，新芯片有助于强化Mac产品差异化。后续节点取决于具体机型发布安排。</a:t>
            </a:r>
          </a:p>
          <a:p>
            <a:pPr>
              <a:spcAft>
                <a:spcPts val="500"/>
              </a:spcAft>
              <a:defRPr sz="1000">
                <a:solidFill>
                  <a:srgbClr val="0F766E"/>
                </a:solidFill>
              </a:defRPr>
            </a:pPr>
            <a:r>
              <a:t>  ↳ 历史追踪: 首次记录 05月20日 / 累计 2 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⏱️ Apple - 核心时间线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/>
            </a:pPr>
            <a:r>
              <a:t>[06月04日] Vision Pro渠道调整 (Retail Watch)</a:t>
            </a:r>
          </a:p>
          <a:p>
            <a:pPr>
              <a:spcAft>
                <a:spcPts val="400"/>
              </a:spcAft>
              <a:defRPr sz="1100">
                <a:solidFill>
                  <a:srgbClr val="1F4E79"/>
                </a:solidFill>
              </a:defRPr>
            </a:pPr>
            <a:r>
              <a:t>苹果调整Vision Pro渠道安排，公开材料显示该动作主要涉及线下展示、零售培训和重点市场覆盖。报道没有披露具体门店数量，但指向体验式销售资源重新分配。该调整会影响消费者试用路径，也会影响开发者和内容合作方观察设备需求的节奏。后续需要等待公司披露更多销售和渠道数据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70C0"/>
                </a:solidFill>
              </a:rPr>
              <a:t>🔗 原新闻：</a:t>
            </a:r>
            <a:r>
              <a:rPr sz="900">
                <a:solidFill>
                  <a:srgbClr val="0070C0"/>
                </a:solidFill>
                <a:hlinkClick r:id="rId2"/>
              </a:rPr>
              <a:t>点击查看原文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苹果端侧AI计划推动设备体验升级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08080"/>
                </a:solidFill>
              </a:defRPr>
            </a:pPr>
            <a:r>
              <a:t>专题: Apple  |  来源: Apple Newsroom  |  时间: 06月01日  |  热度: ⭐⭐⭐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【事件核心】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测试。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【深度细节/数据支撑】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测试。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【行业深远影响】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测试。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 zhao</dc:creator>
  <cp:lastModifiedBy>wz zhao</cp:lastModifiedBy>
  <cp:revision>5</cp:revision>
  <dcterms:created xsi:type="dcterms:W3CDTF">2026-03-12T07:24:02Z</dcterms:created>
  <dcterms:modified xsi:type="dcterms:W3CDTF">2026-04-15T02:27:39Z</dcterms:modified>
</cp:coreProperties>
</file>