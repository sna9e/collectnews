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openai.com/index/model-update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ai.com/index/model-update?utm_source=tes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pple.com/newsroom/iphone-suppl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《FPC-RD 科技资讯》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生成日期: 2026-08-18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⏱️ OpenAI - 核心时间线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C06600"/>
                </a:solidFill>
              </a:defRPr>
            </a:pPr>
            <a:r>
              <a:t>★ [08月18日] OpenAI发布企业模型API (OpenAI)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OpenAI于8月18日发布新一代企业模型与API，本次动作直接围绕模型能力和接口调用展开。相关方案覆盖开发者开放、企业部署和智能体工具，并明确了产品或业务的实施范围。现有材料还披露了客户验证、交付节奏或供应链准备等具体节点。这将直接影响企业客户部署与开发者适配节奏，相关团队需要据此调整后续执行计划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70C0"/>
                </a:solidFill>
              </a:rPr>
              <a:t>🔗 原新闻：</a:t>
            </a:r>
            <a:r>
              <a:rPr sz="900">
                <a:solidFill>
                  <a:srgbClr val="0070C0"/>
                </a:solidFill>
                <a:hlinkClick r:id="rId2"/>
              </a:rPr>
              <a:t>点击查看原文</a:t>
            </a:r>
          </a:p>
          <a:p>
            <a:pPr>
              <a:spcAft>
                <a:spcPts val="800"/>
              </a:spcAft>
              <a:defRPr sz="1000">
                <a:solidFill>
                  <a:srgbClr val="C06600"/>
                </a:solidFill>
              </a:defRPr>
            </a:pPr>
            <a:r>
              <a:t>  ↳ 详见后文：详细新闻 1《OpenAI发布新一代企业模型与API》</a:t>
            </a:r>
          </a:p>
          <a:p>
            <a:pPr>
              <a:spcAft>
                <a:spcPts val="200"/>
              </a:spcAft>
              <a:defRPr sz="1400" b="1">
                <a:solidFill>
                  <a:srgbClr val="1F4E79"/>
                </a:solidFill>
              </a:defRPr>
            </a:pPr>
            <a:r>
              <a:t>● [08月18日] 苹果调整iPhone供应链备货 (Apple Newsroom)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苹果于8月18日调整新一代iPhone供应链备货，本次动作直接围绕显示模组、主板和摄像头零部件展开。相关方案覆盖排产窗口、库存安排和交付准备，并明确了产品或业务的实施范围。现有材料还披露了客户验证、交付节奏或供应链准备等具体节点。这将直接影响上游供应商的生产与库存计划，相关团队需要据此调整后续执行计划。</a:t>
            </a:r>
          </a:p>
          <a:p>
            <a:pPr>
              <a:spcAft>
                <a:spcPts val="800"/>
              </a:spcAft>
              <a:defRPr sz="1000">
                <a:solidFill>
                  <a:srgbClr val="1F4E79"/>
                </a:solidFill>
              </a:defRPr>
            </a:pPr>
            <a:r>
              <a:t>  ↳ 详见后文：详细新闻 2《苹果调整新一代iPhone供应链备货》</a:t>
            </a:r>
          </a:p>
          <a:p>
            <a:pPr>
              <a:spcAft>
                <a:spcPts val="200"/>
              </a:spcAft>
              <a:defRPr sz="1400"/>
            </a:pPr>
            <a:r>
              <a:t>[08月18日] 苹果零部件订单节奏变化 (其他媒体)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苹果于8月18日调整部分零部件订单节奏，本次动作直接围绕新一代iPhone供应链展开。相关方案覆盖显示、主板和摄像头环节，并明确了产品或业务的实施范围。现有材料还披露了客户验证、交付节奏或供应链准备等具体节点。这将直接影响供应商排产与交付安排，相关团队需要据此调整后续执行计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详细新闻 1｜OpenAI发布新一代企业模型与API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OpenAI  |  来源: OpenAI  |  时间: 08月18日  |  热度: ⭐⭐⭐⭐⭐</a:t>
            </a:r>
          </a:p>
          <a:p>
            <a:pPr>
              <a:spcAft>
                <a:spcPts val="300"/>
              </a:spcAft>
              <a:defRPr sz="1000" b="1">
                <a:solidFill>
                  <a:srgbClr val="C06600"/>
                </a:solidFill>
              </a:defRPr>
            </a:pPr>
            <a:r>
              <a:t>⏱️ 承接短新闻: [08月18日] OpenAI发布企业模型API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【事件核心】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OpenAI发布新一代企业模型与API，面向开发者和企业客户开放。【深度细节/数据支撑】更新涉及模型能力、接口调用和企业部署。【行业深远影响】该动作将影响企业智能体产品的开发节奏。</a:t>
            </a:r>
          </a:p>
          <a:p>
            <a:pPr>
              <a:spcAft>
                <a:spcPts val="600"/>
              </a:spcAft>
              <a:defRPr sz="1100" b="0">
                <a:solidFill>
                  <a:srgbClr val="0070C0"/>
                </a:solidFill>
              </a:defRPr>
            </a:pPr>
            <a:r>
              <a:rPr>
                <a:hlinkClick r:id="rId2"/>
              </a:rPr>
              <a:t>🔗 溯源查证: 点击查看原文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详细新闻 2｜苹果调整新一代iPhone供应链备货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OpenAI  |  来源: Apple Newsroom  |  时间: 08月18日  |  热度: ⭐⭐⭐</a:t>
            </a:r>
          </a:p>
          <a:p>
            <a:pPr>
              <a:spcAft>
                <a:spcPts val="300"/>
              </a:spcAft>
              <a:defRPr sz="1000" b="1">
                <a:solidFill>
                  <a:srgbClr val="C06600"/>
                </a:solidFill>
              </a:defRPr>
            </a:pPr>
            <a:r>
              <a:t>⏱️ 承接短新闻: [08月18日] 苹果调整iPhone供应链备货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【事件核心】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苹果调整新一代iPhone供应链备货安排。【深度细节/数据支撑】变化涉及显示模组、主板和摄像头零部件。【行业深远影响】上游厂商需要重新安排排产、库存和交付窗口。</a:t>
            </a:r>
          </a:p>
          <a:p>
            <a:pPr>
              <a:spcAft>
                <a:spcPts val="600"/>
              </a:spcAft>
              <a:defRPr sz="1100" b="0">
                <a:solidFill>
                  <a:srgbClr val="0070C0"/>
                </a:solidFill>
              </a:defRPr>
            </a:pPr>
            <a:r>
              <a:rPr>
                <a:hlinkClick r:id="rId2"/>
              </a:rPr>
              <a:t>🔗 溯源查证: 点击查看原文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5</cp:revision>
  <dcterms:created xsi:type="dcterms:W3CDTF">2026-03-12T07:24:02Z</dcterms:created>
  <dcterms:modified xsi:type="dcterms:W3CDTF">2026-04-15T02:27:39Z</dcterms:modified>
</cp:coreProperties>
</file>