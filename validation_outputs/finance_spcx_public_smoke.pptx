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asdaq.com/newsroom/spacex-ipo-rocket-company-launches-historic-ip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📊 SpaceX (SPCX) - 量化面与事件催化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136.97 USD  🔺 2.22%</a:t>
            </a:r>
          </a:p>
          <a:p>
            <a:pPr>
              <a:spcBef>
                <a:spcPts val="1200"/>
              </a:spcBef>
              <a:defRPr sz="1300"/>
            </a:pPr>
            <a:r>
              <a:t>▪ 估值水平: N/A</a:t>
            </a:r>
          </a:p>
          <a:p>
            <a:pPr>
              <a:spcBef>
                <a:spcPts val="1200"/>
              </a:spcBef>
              <a:defRPr sz="1300"/>
            </a:pPr>
            <a:r>
              <a:t>▪ 股权风险溢价: N/A</a:t>
            </a:r>
          </a:p>
          <a:p>
            <a:pPr>
              <a:spcBef>
                <a:spcPts val="1200"/>
              </a:spcBef>
              <a:defRPr sz="1300"/>
            </a:pPr>
            <a:r>
              <a:t>▪ 总市值: N/A</a:t>
            </a:r>
          </a:p>
        </p:txBody>
      </p:sp>
      <p:pic>
        <p:nvPicPr>
          <p:cNvPr id="4" name="Picture 3" descr="kline_SPC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572000" cy="28823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🏛️ 政策与监管</a:t>
            </a:r>
          </a:p>
          <a:p>
            <a:pPr>
              <a:spcBef>
                <a:spcPts val="600"/>
              </a:spcBef>
              <a:defRPr sz="1100"/>
            </a:pPr>
            <a:r>
              <a:t>近期无重大政策催化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41148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💰 财报与盈利</a:t>
            </a:r>
          </a:p>
          <a:p>
            <a:pPr>
              <a:spcBef>
                <a:spcPts val="600"/>
              </a:spcBef>
              <a:defRPr sz="1100"/>
            </a:pPr>
            <a:r>
              <a:t>未见核心财报数据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1148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🚀 产业标志事件</a:t>
            </a:r>
          </a:p>
          <a:p>
            <a:pPr>
              <a:spcBef>
                <a:spcPts val="600"/>
              </a:spcBef>
              <a:defRPr sz="1100"/>
            </a:pPr>
            <a:r>
              <a:t>产业层级平稳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1148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🔄 市场风格轮动</a:t>
            </a:r>
          </a:p>
          <a:p>
            <a:pPr>
              <a:spcBef>
                <a:spcPts val="600"/>
              </a:spcBef>
              <a:defRPr sz="1100"/>
            </a:pPr>
            <a:r>
              <a:t>风格未见明显切换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SpaceX 完成上市后首月公开市场交易跟踪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SpaceX  |  来源: NASDAQ / SEC  |  时间: 2026-08-24  |  热度: ⭐⭐⭐⭐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SpaceX 已以 SPCX 代码进入纳斯达克交易，本页用于验证公开行情抓取和绘图链路。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行情来自公开市场数据接口，图表展示可获得的上市后日线与成交量。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配置化证券注册表可在后续公司上市并确认代码后直接启用。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